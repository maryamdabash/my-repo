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414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27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854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496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171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66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98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83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981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182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419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127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7872E1-F8DA-E436-FADA-0CB4523EB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531140"/>
            <a:ext cx="9867856" cy="1306773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ENR App UX Redesign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6C7CB6-91AA-194B-1D26-212714038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418307"/>
            <a:ext cx="9078562" cy="726138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Made by: Maryam Gomaa Dabash</a:t>
            </a:r>
          </a:p>
        </p:txBody>
      </p:sp>
    </p:spTree>
    <p:extLst>
      <p:ext uri="{BB962C8B-B14F-4D97-AF65-F5344CB8AC3E}">
        <p14:creationId xmlns:p14="http://schemas.microsoft.com/office/powerpoint/2010/main" val="149360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train at a train station&#10;&#10;AI-generated content may be incorrect.">
            <a:extLst>
              <a:ext uri="{FF2B5EF4-FFF2-40B4-BE49-F238E27FC236}">
                <a16:creationId xmlns:a16="http://schemas.microsoft.com/office/drawing/2014/main" id="{DE4091F9-3998-B45E-8714-101227E51C8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" r="1680"/>
          <a:stretch>
            <a:fillRect/>
          </a:stretch>
        </p:blipFill>
        <p:spPr>
          <a:xfrm>
            <a:off x="0" y="0"/>
            <a:ext cx="12192000" cy="690780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3A3BC9-2697-7CE3-EBD9-02A4CE389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95" y="1555530"/>
            <a:ext cx="5145036" cy="866657"/>
          </a:xfrm>
        </p:spPr>
        <p:txBody>
          <a:bodyPr>
            <a:normAutofit/>
          </a:bodyPr>
          <a:lstStyle/>
          <a:p>
            <a:r>
              <a:rPr lang="en-US" sz="2900" u="sng" dirty="0"/>
              <a:t>Login &amp; Verification Issues: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A163C-1E22-1443-8726-C210C4516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7655" y="2312275"/>
            <a:ext cx="3731174" cy="435128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The purpose of the screen is unclear (login, registration, or verification).</a:t>
            </a: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Password requirements are displayed as plain text without visual guidance.</a:t>
            </a: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Primary action buttons are not clearly highlighted.</a:t>
            </a: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Excessive unused white space reduces efficiency.</a:t>
            </a:r>
            <a:endParaRPr lang="ar-SA" sz="20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Poor design logging interface.</a:t>
            </a:r>
          </a:p>
        </p:txBody>
      </p:sp>
      <p:pic>
        <p:nvPicPr>
          <p:cNvPr id="14" name="Picture 13" descr="A screenshot of a phone&#10;&#10;AI-generated content may be incorrect.">
            <a:extLst>
              <a:ext uri="{FF2B5EF4-FFF2-40B4-BE49-F238E27FC236}">
                <a16:creationId xmlns:a16="http://schemas.microsoft.com/office/drawing/2014/main" id="{191B2233-BCAD-479A-1E94-E976D97FB2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" b="48514"/>
          <a:stretch>
            <a:fillRect/>
          </a:stretch>
        </p:blipFill>
        <p:spPr>
          <a:xfrm>
            <a:off x="3888829" y="2217683"/>
            <a:ext cx="3472774" cy="3355307"/>
          </a:xfrm>
          <a:prstGeom prst="rect">
            <a:avLst/>
          </a:prstGeom>
        </p:spPr>
      </p:pic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840C9496-F24C-A710-8DC0-178C427328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1758" y="115614"/>
            <a:ext cx="4591510" cy="654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736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05AC651-8838-87C5-3E44-DBBA864F6576}"/>
              </a:ext>
            </a:extLst>
          </p:cNvPr>
          <p:cNvSpPr txBox="1"/>
          <p:nvPr/>
        </p:nvSpPr>
        <p:spPr>
          <a:xfrm>
            <a:off x="223736" y="1597572"/>
            <a:ext cx="5273174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9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Date Selection Issue 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Users can select dates without knowing if trips are available.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Availability is shown only after submitting the search.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Error message appears after user action instead of preventing the error.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 visual distinction between available and unavailable dates.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Leads to repeated failed attempts and frustration.</a:t>
            </a:r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C78473-E927-1127-223B-31CF593C3B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30" t="229" b="47090"/>
          <a:stretch>
            <a:fillRect/>
          </a:stretch>
        </p:blipFill>
        <p:spPr>
          <a:xfrm>
            <a:off x="5911844" y="847984"/>
            <a:ext cx="6056420" cy="549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492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559A61-33B4-AC93-1E37-8D79D7AB6165}"/>
              </a:ext>
            </a:extLst>
          </p:cNvPr>
          <p:cNvSpPr txBox="1"/>
          <p:nvPr/>
        </p:nvSpPr>
        <p:spPr>
          <a:xfrm>
            <a:off x="340468" y="1274322"/>
            <a:ext cx="617594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dirty="0"/>
            </a:br>
            <a:r>
              <a:rPr lang="en-US" sz="2900" b="1" u="sng" dirty="0"/>
              <a:t>Trip Results &amp; Schedule Visibility Issues</a:t>
            </a:r>
            <a:r>
              <a:rPr lang="ar-SA" sz="2900" b="1" dirty="0"/>
              <a:t>:</a:t>
            </a:r>
          </a:p>
          <a:p>
            <a:pPr>
              <a:buNone/>
            </a:pP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Available trip schedules are hidden until after searching.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Users cannot immediately see available times for a selected date.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Lack of filtering or sorting options (price, time, duration).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Important information (price, duration) is not visually prioritized.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90215808-8545-9DA9-02ED-7F60D95A51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5" t="4345" r="5190" b="2715"/>
          <a:stretch>
            <a:fillRect/>
          </a:stretch>
        </p:blipFill>
        <p:spPr>
          <a:xfrm>
            <a:off x="6673175" y="178904"/>
            <a:ext cx="5319800" cy="658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302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00D798AE-C663-ED05-BA30-C43B172AAB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583" y="508845"/>
            <a:ext cx="3721238" cy="58238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BCEA22-81C4-E4E4-7436-E08520E24A2F}"/>
              </a:ext>
            </a:extLst>
          </p:cNvPr>
          <p:cNvSpPr txBox="1"/>
          <p:nvPr/>
        </p:nvSpPr>
        <p:spPr>
          <a:xfrm>
            <a:off x="437745" y="1186774"/>
            <a:ext cx="6076545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Payment Time Limit Issue :</a:t>
            </a:r>
            <a:endParaRPr lang="ar-SA" sz="3200" b="1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bg1"/>
                </a:solidFill>
              </a:rPr>
              <a:t>Booking is limited to only </a:t>
            </a:r>
            <a:r>
              <a:rPr lang="ar-SA" sz="2000" dirty="0">
                <a:solidFill>
                  <a:schemeClr val="bg1"/>
                </a:solidFill>
              </a:rPr>
              <a:t>2</a:t>
            </a:r>
            <a:r>
              <a:rPr lang="en-US" sz="2000" dirty="0">
                <a:solidFill>
                  <a:schemeClr val="bg1"/>
                </a:solidFill>
              </a:rPr>
              <a:t>0 minutes without clear warning.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Countdown timer is not clearly visible.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No alerts or reminders before the time expires.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Booking expires suddenly with a generic error message.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Users lose their reservation after significant effort.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No option to extend booking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No way to recover or retry the booking after timeout.</a:t>
            </a:r>
          </a:p>
        </p:txBody>
      </p:sp>
    </p:spTree>
    <p:extLst>
      <p:ext uri="{BB962C8B-B14F-4D97-AF65-F5344CB8AC3E}">
        <p14:creationId xmlns:p14="http://schemas.microsoft.com/office/powerpoint/2010/main" val="1386865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35B966-F4CC-2AC9-1C3B-AD5A1E7978B0}"/>
              </a:ext>
            </a:extLst>
          </p:cNvPr>
          <p:cNvSpPr txBox="1"/>
          <p:nvPr/>
        </p:nvSpPr>
        <p:spPr>
          <a:xfrm>
            <a:off x="84083" y="1282149"/>
            <a:ext cx="5538951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900" b="1" u="sng" dirty="0"/>
              <a:t>Login &amp; Verification</a:t>
            </a:r>
            <a:r>
              <a:rPr lang="ar-SA" sz="2900" b="1" u="sng" dirty="0"/>
              <a:t> </a:t>
            </a:r>
            <a:r>
              <a:rPr lang="en-US" sz="2900" b="1" u="sng" dirty="0"/>
              <a:t>Improvements</a:t>
            </a:r>
            <a:r>
              <a:rPr lang="ar-SA" sz="2900" b="1" dirty="0"/>
              <a:t>:</a:t>
            </a:r>
            <a:endParaRPr lang="en-US" sz="2900" b="1" dirty="0"/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Added a clear page title to define the purpose of the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Provided short instructional text to guide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Improved password field with clear requirements and guidance.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Highlighted primary action buttons to improve visibility.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Reduced unnecessary white space to improve layout efficiency.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DA342C4E-4E15-38B9-50A2-B03DD5E90A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573" y="713367"/>
            <a:ext cx="3128344" cy="5791200"/>
          </a:xfrm>
          <a:prstGeom prst="rect">
            <a:avLst/>
          </a:prstGeo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A2A20750-AFD1-5514-764B-4A37066FBB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598" y="893336"/>
            <a:ext cx="3169761" cy="544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549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371A7D-9E8F-0829-4042-F08DD28FA2C6}"/>
              </a:ext>
            </a:extLst>
          </p:cNvPr>
          <p:cNvSpPr txBox="1"/>
          <p:nvPr/>
        </p:nvSpPr>
        <p:spPr>
          <a:xfrm>
            <a:off x="97277" y="1053547"/>
            <a:ext cx="5603131" cy="460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900" b="1" u="sng" dirty="0"/>
              <a:t>Date Selection</a:t>
            </a:r>
            <a:r>
              <a:rPr lang="ar-SA" sz="2900" b="1" u="sng" dirty="0"/>
              <a:t> </a:t>
            </a:r>
            <a:r>
              <a:rPr lang="en-US" sz="2900" b="1" u="sng" dirty="0"/>
              <a:t>Improvement</a:t>
            </a:r>
            <a:r>
              <a:rPr lang="ar-SA" sz="2900" b="1" u="sng" dirty="0"/>
              <a:t> </a:t>
            </a:r>
            <a:r>
              <a:rPr lang="en-US" sz="2900" b="1" u="sng" dirty="0"/>
              <a:t>: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000" dirty="0"/>
              <a:t>Replaced the free date picker with a dropdown list of dates.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Clearly distinguished available and unavailable dates.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Disabled unavailable dates to prevent invalid selection.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Allowed users to select only dates with available trips.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Automatically displayed available trip schedules after selecting a valid date.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Eliminated unnecessary error messages related to unavailable dates.</a:t>
            </a:r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9B510D85-DA8A-FABB-CE9E-4AEA9424F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928" y="542824"/>
            <a:ext cx="2963917" cy="6043117"/>
          </a:xfrm>
          <a:prstGeom prst="rect">
            <a:avLst/>
          </a:prstGeom>
        </p:spPr>
      </p:pic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290912B2-3034-0BBA-2C4C-F3381B4C1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7365" y="542824"/>
            <a:ext cx="2963917" cy="604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963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A02B6181-A45F-9509-D458-737218CDC8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249" y="382511"/>
            <a:ext cx="3785563" cy="60929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151461-F84E-44F5-5ECB-832791C21C6C}"/>
              </a:ext>
            </a:extLst>
          </p:cNvPr>
          <p:cNvSpPr txBox="1"/>
          <p:nvPr/>
        </p:nvSpPr>
        <p:spPr>
          <a:xfrm>
            <a:off x="283779" y="1345324"/>
            <a:ext cx="640079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dirty="0"/>
            </a:br>
            <a:r>
              <a:rPr lang="en-US" sz="2900" b="1" u="sng" dirty="0"/>
              <a:t>Trip Schedule Visibility Improvements: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Displayed available trip times immediately after date selection.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Reduced the need for blind searching.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Improved decision-making by showing schedules early.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Reduced the number of steps required to find a suitable trip.</a:t>
            </a:r>
          </a:p>
        </p:txBody>
      </p:sp>
    </p:spTree>
    <p:extLst>
      <p:ext uri="{BB962C8B-B14F-4D97-AF65-F5344CB8AC3E}">
        <p14:creationId xmlns:p14="http://schemas.microsoft.com/office/powerpoint/2010/main" val="3759161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3769F170-2D2B-396A-A848-409D90B26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" t="1534"/>
          <a:stretch>
            <a:fillRect/>
          </a:stretch>
        </p:blipFill>
        <p:spPr>
          <a:xfrm>
            <a:off x="8271641" y="226665"/>
            <a:ext cx="3657601" cy="64046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9FD650-B893-479F-3E99-D681A9EF32B8}"/>
              </a:ext>
            </a:extLst>
          </p:cNvPr>
          <p:cNvSpPr txBox="1"/>
          <p:nvPr/>
        </p:nvSpPr>
        <p:spPr>
          <a:xfrm>
            <a:off x="262757" y="966952"/>
            <a:ext cx="7276179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dirty="0"/>
            </a:br>
            <a:r>
              <a:rPr lang="en-US" b="1" dirty="0"/>
              <a:t> </a:t>
            </a:r>
            <a:r>
              <a:rPr lang="en-US" sz="2900" b="1" u="sng" dirty="0"/>
              <a:t>Payment Time Limit Improvements :</a:t>
            </a:r>
          </a:p>
          <a:p>
            <a:pPr>
              <a:buNone/>
            </a:pPr>
            <a:endParaRPr lang="en-US" sz="2900" b="1" u="sng" dirty="0"/>
          </a:p>
          <a:p>
            <a:pPr>
              <a:buNone/>
            </a:pPr>
            <a:r>
              <a:rPr lang="en-US" sz="2000" dirty="0">
                <a:solidFill>
                  <a:schemeClr val="bg1"/>
                </a:solidFill>
              </a:rPr>
              <a:t>Clearly informed users about the 30-minute payment time limit before payment.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Added a visible countdown timer during the payment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Introduced visual progress indicators for remaining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Provided warning alerts when 10 and 5 minutes remain.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Added an option to extend the booking time once, if seats are available.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Improved timeout error messages with recovery options.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Allowed users to retry payment without restarting the entire booking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Temporarily saved incomplete bookings when possible.</a:t>
            </a:r>
          </a:p>
        </p:txBody>
      </p:sp>
    </p:spTree>
    <p:extLst>
      <p:ext uri="{BB962C8B-B14F-4D97-AF65-F5344CB8AC3E}">
        <p14:creationId xmlns:p14="http://schemas.microsoft.com/office/powerpoint/2010/main" val="3148883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96C8BAF-68F3-4B78-B238-35DF5D865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4CD6D0-5A87-4BA2-A13A-0E40511C3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4774" y="699565"/>
            <a:ext cx="3553132" cy="5156200"/>
            <a:chOff x="7807230" y="2012810"/>
            <a:chExt cx="3251252" cy="345986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877EAC0-2063-444D-8EE9-72FED2E03B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155BF8-661A-4F4A-B4EC-923105C69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38B529C6-98B6-727C-5770-FD790DE000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70" y="821702"/>
            <a:ext cx="2953689" cy="493707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E9537076-EF48-4F72-9164-FD8260D55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19434" y="699565"/>
            <a:ext cx="3553132" cy="5156200"/>
            <a:chOff x="7807230" y="2012810"/>
            <a:chExt cx="3251252" cy="345986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89673CB-C48B-4D05-B6E4-B88CD5BAA0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6C31A20-B341-476E-8C04-A26C87E1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C93E72D9-0BE0-ED49-79A6-986D4D0C9A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0"/>
          <a:stretch>
            <a:fillRect/>
          </a:stretch>
        </p:blipFill>
        <p:spPr>
          <a:xfrm>
            <a:off x="4610911" y="797668"/>
            <a:ext cx="2958407" cy="4961105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EFC3492-86BD-4D75-B5B4-C2DBFE0B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04093" y="699565"/>
            <a:ext cx="3553132" cy="5156200"/>
            <a:chOff x="7807230" y="2012810"/>
            <a:chExt cx="3251252" cy="345986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72E5074-2516-4705-BFF1-F508394A0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2259E4C-F24C-4180-AEC3-76255D535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A496E984-75FE-55AD-3EA6-ED21D0C7D4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0287" y="797668"/>
            <a:ext cx="2960743" cy="496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745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C8FA22-D48F-8F24-36C3-E284873782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374" y="691788"/>
            <a:ext cx="8599251" cy="547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086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5A658-538A-FB6A-B2CB-BF583C8BC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2304288"/>
          </a:xfrm>
        </p:spPr>
        <p:txBody>
          <a:bodyPr/>
          <a:lstStyle/>
          <a:p>
            <a:r>
              <a:rPr lang="en-US" dirty="0"/>
              <a:t>           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EAF785-5EF4-55B7-3651-73A86C558F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758952"/>
          </a:xfrm>
        </p:spPr>
        <p:txBody>
          <a:bodyPr/>
          <a:lstStyle/>
          <a:p>
            <a:r>
              <a:rPr lang="ar-SA" dirty="0"/>
              <a:t>                                   </a:t>
            </a:r>
            <a:r>
              <a:rPr lang="en-US" dirty="0"/>
              <a:t>Maryam Gomaa Dabash</a:t>
            </a:r>
          </a:p>
        </p:txBody>
      </p:sp>
    </p:spTree>
    <p:extLst>
      <p:ext uri="{BB962C8B-B14F-4D97-AF65-F5344CB8AC3E}">
        <p14:creationId xmlns:p14="http://schemas.microsoft.com/office/powerpoint/2010/main" val="4061319306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485</Words>
  <Application>Microsoft Office PowerPoint</Application>
  <PresentationFormat>Widescreen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Neue Haas Grotesk Text Pro</vt:lpstr>
      <vt:lpstr>AccentBoxVTI</vt:lpstr>
      <vt:lpstr>ENR App UX Redesign</vt:lpstr>
      <vt:lpstr>Login &amp; Verification Issues: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مريم جمعه حسين قطب على ضباش</dc:creator>
  <cp:lastModifiedBy>مريم جمعه حسين قطب على ضباش</cp:lastModifiedBy>
  <cp:revision>6</cp:revision>
  <dcterms:created xsi:type="dcterms:W3CDTF">2025-12-17T09:27:27Z</dcterms:created>
  <dcterms:modified xsi:type="dcterms:W3CDTF">2025-12-18T20:13:17Z</dcterms:modified>
</cp:coreProperties>
</file>